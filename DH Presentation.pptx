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334" r:id="rId5"/>
    <p:sldId id="316" r:id="rId6"/>
    <p:sldId id="337" r:id="rId7"/>
    <p:sldId id="343" r:id="rId8"/>
    <p:sldId id="342" r:id="rId9"/>
    <p:sldId id="336" r:id="rId10"/>
    <p:sldId id="324" r:id="rId11"/>
    <p:sldId id="346" r:id="rId12"/>
    <p:sldId id="328" r:id="rId13"/>
    <p:sldId id="331" r:id="rId14"/>
    <p:sldId id="3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C41BFF-7A8A-2024-9AC5-6095C5C8B35F}" v="106" dt="2026-05-07T15:29:02.250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4189913"/>
          </a:xfrm>
        </p:spPr>
        <p:txBody>
          <a:bodyPr/>
          <a:lstStyle/>
          <a:p>
            <a:r>
              <a:rPr lang="en-US" sz="2000" dirty="0">
                <a:ea typeface="+mj-lt"/>
                <a:cs typeface="+mj-lt"/>
              </a:rPr>
              <a:t>Kali Linux Digital Forensics Investigation</a:t>
            </a:r>
            <a:br>
              <a:rPr lang="en-US" sz="2000" dirty="0">
                <a:ea typeface="+mj-lt"/>
                <a:cs typeface="+mj-lt"/>
              </a:rPr>
            </a:br>
            <a:r>
              <a:rPr lang="en-US" sz="2000" dirty="0">
                <a:ea typeface="+mj-lt"/>
                <a:cs typeface="+mj-lt"/>
              </a:rPr>
              <a:t> Suspicious ZIP File </a:t>
            </a:r>
            <a:r>
              <a:rPr lang="en-US" sz="2000" dirty="0">
                <a:latin typeface="Calibri"/>
                <a:ea typeface="Calibri"/>
                <a:cs typeface="Calibri"/>
              </a:rPr>
              <a:t>Analysis</a:t>
            </a:r>
            <a:br>
              <a:rPr lang="en-US" sz="2000" dirty="0">
                <a:ea typeface="+mj-lt"/>
                <a:cs typeface="+mj-lt"/>
              </a:rPr>
            </a:b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dirty="0" err="1">
                <a:ea typeface="+mj-lt"/>
                <a:cs typeface="+mj-lt"/>
              </a:rPr>
              <a:t>Dervaun</a:t>
            </a:r>
            <a:r>
              <a:rPr lang="en-US" sz="2000" dirty="0">
                <a:ea typeface="+mj-lt"/>
                <a:cs typeface="+mj-lt"/>
              </a:rPr>
              <a:t> Hedge Cybersecurity Program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Overview</a:t>
            </a:r>
            <a:endParaRPr lang="en-US" dirty="0"/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suspicious ZIP file was discovered on a system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known origin or source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Investigation performed using Kali Linux (Virtual Machine)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Objective: Identify hidden or sensitive data </a:t>
            </a:r>
            <a:endParaRPr lang="en-US" dirty="0"/>
          </a:p>
          <a:p>
            <a:r>
              <a:rPr lang="en-US" dirty="0" err="1"/>
              <a:t>ur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sz="2000" b="0">
                <a:ea typeface="+mj-lt"/>
                <a:cs typeface="+mj-lt"/>
              </a:rPr>
              <a:t>Used </a:t>
            </a:r>
            <a:r>
              <a:rPr lang="en-US" sz="2000">
                <a:ea typeface="+mj-lt"/>
                <a:cs typeface="+mj-lt"/>
              </a:rPr>
              <a:t>unzip</a:t>
            </a:r>
            <a:r>
              <a:rPr lang="en-US" sz="2000" b="0">
                <a:ea typeface="+mj-lt"/>
                <a:cs typeface="+mj-lt"/>
              </a:rPr>
              <a:t> to extract archive </a:t>
            </a:r>
            <a:endParaRPr lang="en-US" sz="2000"/>
          </a:p>
          <a:p>
            <a:r>
              <a:rPr lang="en-US" sz="2000" b="0">
                <a:ea typeface="+mj-lt"/>
                <a:cs typeface="+mj-lt"/>
              </a:rPr>
              <a:t>Used </a:t>
            </a:r>
            <a:r>
              <a:rPr lang="en-US" sz="2000">
                <a:ea typeface="+mj-lt"/>
                <a:cs typeface="+mj-lt"/>
              </a:rPr>
              <a:t>unzip -l</a:t>
            </a:r>
            <a:r>
              <a:rPr lang="en-US" sz="2000" b="0">
                <a:ea typeface="+mj-lt"/>
                <a:cs typeface="+mj-lt"/>
              </a:rPr>
              <a:t> to preview contents safely </a:t>
            </a:r>
            <a:endParaRPr lang="en-US" sz="2000"/>
          </a:p>
          <a:p>
            <a:r>
              <a:rPr lang="en-US" sz="2000" b="0" dirty="0">
                <a:ea typeface="+mj-lt"/>
                <a:cs typeface="+mj-lt"/>
              </a:rPr>
              <a:t>Used </a:t>
            </a:r>
            <a:r>
              <a:rPr lang="en-US" sz="2000" dirty="0">
                <a:ea typeface="+mj-lt"/>
                <a:cs typeface="+mj-lt"/>
              </a:rPr>
              <a:t>ls -la</a:t>
            </a:r>
            <a:r>
              <a:rPr lang="en-US" sz="2000" b="0" dirty="0">
                <a:ea typeface="+mj-lt"/>
                <a:cs typeface="+mj-lt"/>
              </a:rPr>
              <a:t> to identify hidden files </a:t>
            </a:r>
            <a:endParaRPr lang="en-US" sz="2000"/>
          </a:p>
          <a:p>
            <a:r>
              <a:rPr lang="en-US" sz="2000" b="0">
                <a:ea typeface="+mj-lt"/>
                <a:cs typeface="+mj-lt"/>
              </a:rPr>
              <a:t>Maintained controlled environment for analysis</a:t>
            </a:r>
            <a:endParaRPr lang="en-US" sz="2000"/>
          </a:p>
          <a:p>
            <a:endParaRPr lang="en-US" dirty="0"/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Tools Used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marL="285750" indent="-285750">
              <a:buChar char="•"/>
            </a:pPr>
            <a:r>
              <a:rPr lang="en-US" sz="1800"/>
              <a:t>Kali</a:t>
            </a:r>
            <a:r>
              <a:rPr lang="en-US" sz="1800" dirty="0">
                <a:ea typeface="+mn-lt"/>
                <a:cs typeface="+mn-lt"/>
              </a:rPr>
              <a:t> Linux </a:t>
            </a:r>
            <a:endParaRPr lang="en-US" sz="1800" dirty="0"/>
          </a:p>
          <a:p>
            <a:pPr marL="285750" indent="-285750">
              <a:buChar char="•"/>
            </a:pPr>
            <a:r>
              <a:rPr lang="en-US" sz="1800">
                <a:ea typeface="+mn-lt"/>
                <a:cs typeface="+mn-lt"/>
              </a:rPr>
              <a:t>unzip (file extraction) 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ea typeface="+mn-lt"/>
                <a:cs typeface="+mn-lt"/>
              </a:rPr>
              <a:t>ls -la (file enumeration) 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ea typeface="+mn-lt"/>
                <a:cs typeface="+mn-lt"/>
              </a:rPr>
              <a:t>cat (file content review) 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ea typeface="+mn-lt"/>
                <a:cs typeface="+mn-lt"/>
              </a:rPr>
              <a:t>strings (optional text extraction)</a:t>
            </a:r>
            <a:endParaRPr lang="en-US" sz="1800"/>
          </a:p>
          <a:p>
            <a:endParaRPr lang="en-US" dirty="0"/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Findings</a:t>
            </a:r>
            <a:endParaRPr lang="en-US" dirty="0"/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Hidden file discovered: </a:t>
            </a:r>
            <a:r>
              <a:rPr lang="en-US" b="1">
                <a:ea typeface="+mn-lt"/>
                <a:cs typeface="+mn-lt"/>
              </a:rPr>
              <a:t>.secret.txt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Plain-text credentials found: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password = admin123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active malware detected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600" b="0" dirty="0">
                <a:ea typeface="+mj-lt"/>
                <a:cs typeface="+mj-lt"/>
              </a:rPr>
              <a:t>Hidden files indicate possible attempt to conceal data </a:t>
            </a:r>
            <a:endParaRPr lang="en-US" sz="1600" dirty="0"/>
          </a:p>
          <a:p>
            <a:r>
              <a:rPr lang="en-US" sz="1600" b="0">
                <a:ea typeface="+mj-lt"/>
                <a:cs typeface="+mj-lt"/>
              </a:rPr>
              <a:t>Plain-text credentials = </a:t>
            </a:r>
            <a:r>
              <a:rPr lang="en-US" sz="1600">
                <a:ea typeface="+mj-lt"/>
                <a:cs typeface="+mj-lt"/>
              </a:rPr>
              <a:t>high security risk</a:t>
            </a:r>
            <a:r>
              <a:rPr lang="en-US" sz="1600" b="0" dirty="0">
                <a:ea typeface="+mj-lt"/>
                <a:cs typeface="+mj-lt"/>
              </a:rPr>
              <a:t> </a:t>
            </a:r>
            <a:endParaRPr lang="en-US" sz="1600" dirty="0"/>
          </a:p>
          <a:p>
            <a:r>
              <a:rPr lang="en-US" sz="1600" b="0">
                <a:ea typeface="+mj-lt"/>
                <a:cs typeface="+mj-lt"/>
              </a:rPr>
              <a:t>Could allow unauthorized system access</a:t>
            </a:r>
            <a:endParaRPr lang="en-US" sz="1600"/>
          </a:p>
          <a:p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RISK ASSESMENT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/>
              <a:t>TIMELINE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Files created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Compressed into ZIP archive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File discovered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Extracted and analyzed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ZIP file contained sensitive and hidden data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malware execution confirmed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Demonstrates importance of forensic analysis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Avoid storing credentials in plain text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Scan unknown files before opening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 monitoring and logging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 user security awareness</a:t>
            </a:r>
            <a:endParaRPr lang="en-US"/>
          </a:p>
          <a:p>
            <a:endParaRPr lang="en-US" dirty="0"/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Investigation successfully completed </a:t>
            </a:r>
            <a:endParaRPr lang="en-US"/>
          </a:p>
          <a:p>
            <a:pPr marL="285750" indent="-285750">
              <a:buFont typeface="Arial"/>
            </a:pPr>
            <a:r>
              <a:rPr lang="en-US">
                <a:ea typeface="+mn-lt"/>
                <a:cs typeface="+mn-lt"/>
              </a:rPr>
              <a:t>Demonstrated full forensic workflow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Findings documented and uploaded to GitHub 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/>
              <a:t>Dervaun</a:t>
            </a:r>
            <a:r>
              <a:rPr lang="en-US" dirty="0"/>
              <a:t> </a:t>
            </a:r>
            <a:r>
              <a:rPr lang="en-US"/>
              <a:t>Hedge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44979-59F0-4F8D-AA35-90255837C7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B16729F-0CF3-48D0-9AFD-AAAEB4309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DFB26C-8E2C-4C64-B21C-909AD1AA2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122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GradientVTI</vt:lpstr>
      <vt:lpstr>Kali Linux Digital Forensics Investigation  Suspicious ZIP File Analysis  Dervaun Hedge Cybersecurity Program </vt:lpstr>
      <vt:lpstr>Case Overview</vt:lpstr>
      <vt:lpstr>Used unzip to extract archive  Used unzip -l to preview contents safely  Used ls -la to identify hidden files  Maintained controlled environment for analysis </vt:lpstr>
      <vt:lpstr>Tools Used</vt:lpstr>
      <vt:lpstr>Key Findings</vt:lpstr>
      <vt:lpstr>Hidden files indicate possible attempt to conceal data  Plain-text credentials = high security risk  Could allow unauthorized system access </vt:lpstr>
      <vt:lpstr>TIMELINE</vt:lpstr>
      <vt:lpstr>CONCLUSION</vt:lpstr>
      <vt:lpstr>Recommendations</vt:lpstr>
      <vt:lpstr>Final tips &amp;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2026-05-07T15:20:51Z</dcterms:created>
  <dcterms:modified xsi:type="dcterms:W3CDTF">2026-05-07T15:30:31Z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